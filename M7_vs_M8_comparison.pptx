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88952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D2FF"/>
                </a:solidFill>
              </a:rPr>
              <a:t>M7  →  M8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Efficient Ψ-NN: Architecture Upgrades &amp; Physics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Pile Stiffness Degradation — M8 vs M7 Technical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788920"/>
            <a:ext cx="2148840" cy="105156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2862072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118103"/>
            <a:ext cx="2002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55,770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788920"/>
            <a:ext cx="2148840" cy="105156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862072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118103"/>
            <a:ext cx="2002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2FF"/>
                </a:solidFill>
              </a:rPr>
              <a:t>45,486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88920"/>
            <a:ext cx="2148840" cy="105156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2862072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3118103"/>
            <a:ext cx="2002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88"/>
                </a:solidFill>
              </a:rPr>
              <a:t>19.7 %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788920"/>
            <a:ext cx="2148840" cy="105156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2862072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Ψ-Model 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3118103"/>
            <a:ext cx="2002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0.9882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Three efficiency upgrades: Bottleneck MLP  •  Learnable Relation Matrix  •  Physics-Monotonic Loss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355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PFE Research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</a:rPr>
              <a:t>Reminder: M7 — Ψ-NN Pile Stiffness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What we built in M7 before upgrading to M8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17320"/>
            <a:ext cx="5394960" cy="512064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3-Stage pipeline: Distillation → Discovery → Ψ-Model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311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Slot Attention: 64-dim, 4 heads, 3 iterations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33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MLP per slot:  64 → 128 → 64 (wide bottleneck)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0358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1 initial slot + 20 drop 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4381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Fixed relation matrix R (from K-means, frozen)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840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M6 teacher frozen for distillation (Stage 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2428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K-Means Stage B: discovered k*=6 prototypes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417320"/>
            <a:ext cx="6126480" cy="512064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M7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874519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1947672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Ψ-Model 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2203703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55,770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874519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1947672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Compression vs M6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203703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1.5 %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297180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3044952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Ψ-Model R² (test)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3300984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0.9897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297180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3044952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Ψ-Model RMSE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3300984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21.60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</a:rPr>
              <a:t>PER-VARIABLE  R²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KL  (lateral stiffness)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389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0.9910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7731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KR  (rotational stiffness)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7731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0.9807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1572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KLR (coupling)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1572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0.9860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5669280"/>
            <a:ext cx="6126480" cy="6858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7607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7EE8FA"/>
                </a:solidFill>
              </a:rPr>
              <a:t>Loss = L_distill + L_seq + 5·L_initial + L_shape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</a:rPr>
              <a:t>M8: Three Efficiency Upgrades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All three upgrades are additive — M7 foundations remain intact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417320"/>
            <a:ext cx="3749039" cy="516636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2FF"/>
                </a:solidFill>
              </a:rPr>
              <a:t>① Efficient Bottleneck MLP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2103120"/>
            <a:ext cx="3474720" cy="228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84831"/>
            <a:ext cx="3566160" cy="228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212848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Replace the wide slot MLP
(64→128→64) with a
narrow bottleneck
(64→48→64)
→  ~40% fewer MLP params
→  EfficientSlotMLP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749039" cy="516636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</a:rPr>
              <a:t>② Learnable Relation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2103120"/>
            <a:ext cx="3474720" cy="228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84831"/>
            <a:ext cx="3566160" cy="228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212848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Convert the fixed buffer R
(from K-means Stage B)
into a learnable parameter
via softmax logits
→  R evolves during training
→  Valid prob.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749039" cy="516636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③ Physics-Monotonic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2103120"/>
            <a:ext cx="3474720" cy="228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2084831"/>
            <a:ext cx="3566160" cy="228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212848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Add two new loss terms:
• Relation-entropy (0.02×)
• Monotonic penalty (0.2×)
KL, KR ↓ over time
KLR ↑ over time
→  Physically realistic curves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</a:rPr>
              <a:t>Combined effect: 19.7% compression vs M6 teacher  ·  Physically constrained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</a:rPr>
              <a:t>Upgrade ①  —  EfficientSlotMLP  (64 → 48 → 64)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Narrower bottleneck reduces parameters by ~40% with negligible accuracy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5577840" cy="51206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M7 — Wide MLP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65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64 → 128 →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577840" cy="51206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2FF"/>
                </a:solidFill>
              </a:rPr>
              <a:t>M8 — EfficientSlotMLP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64 → 48 → 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46888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08121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7EE8FA"/>
                </a:solidFill>
                <a:latin typeface="Courier New"/>
              </a:rPr>
              <a:t>self.slot_mlp = nn.Sequential(
    nn.Linear(64, 128),   # 8,192 params
    nn.GELU(),
    nn.Dropout(0.1),
    nn.Linear(128, 64),   # 8,192 params
)  # Total MLP: ~16,384 params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46888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08121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3949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7EE8FA"/>
                </a:solidFill>
                <a:latin typeface="Courier New"/>
              </a:rPr>
              <a:t>class EfficientSlotMLP(nn.Module):
  def __init__(self, d=64, btl=48):
    self.net = nn.Sequential(
      nn.Linear(d, btl),    # 3,072 params
      nn.GELU(),
      nn.Dropout(0.1),
      nn.Linear(btl, d),    # 3,072 params
    )  # Total MLP: ~6,144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97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AAAAA"/>
                </a:solidFill>
              </a:rPr>
              <a:t>PARAMETER COUNT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73659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M6 Teacher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992624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AA"/>
                </a:solidFill>
              </a:rPr>
              <a:t>56,646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4663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473659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4992624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56,646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4663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2" y="473659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Ψ-Model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4992624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55,770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4663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473659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Student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4992624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2FF"/>
                </a:solidFill>
              </a:rPr>
              <a:t>46,326 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4663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1472" y="473659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Ψ-Model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4992624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88"/>
                </a:solidFill>
              </a:rPr>
              <a:t>45,486 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</a:rPr>
              <a:t>Upgrade ②  —  Learnable Relation Matrix 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Fixed K-means initialisation → trainable parameter that adapts during Stage C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17320"/>
            <a:ext cx="5577840" cy="51663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WHAT IS THE RELATION MATRIX?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R is a [20 × k*] matrix (20 drop slots, k* prototypes)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Each row = mixing weights for one time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968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Maps k* prototype slots → 20 degradation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980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Stage B (K-means) provides a good initialisation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M7 (FIXED)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886200"/>
            <a:ext cx="5212080" cy="1371600"/>
          </a:xfrm>
          <a:prstGeom prst="roundRect">
            <a:avLst>
              <a:gd name="adj" fmla="val 5000"/>
            </a:avLst>
          </a:prstGeom>
          <a:solidFill>
            <a:srgbClr val="08121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977639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7EE8FA"/>
                </a:solidFill>
                <a:latin typeface="Courier New"/>
              </a:rPr>
              <a:t># register_buffer = NOT a learnable parameter
self.register_buffer(
  'relation_matrix',
  torch.FloatTensor(R)  # frozen after Stage B
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17320"/>
            <a:ext cx="5943600" cy="51663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M8 (LEARNABLE)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08121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53949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7EE8FA"/>
                </a:solidFill>
                <a:latin typeface="Courier New"/>
              </a:rPr>
              <a:t># nn.Parameter = gradient flows through R
self.relation_logits = nn.Parameter(
    torch.log(R_init.clamp(min=1e-6))
)  # log-space for numerical stability
def get_relation_matrix(self):
    # Row-softmax → valid prob distribution
    return torch.softmax(
        self.relation_logits, dim=1
   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6177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R adapts to minimize the multi-objective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9834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Row-softmax ensures valid probability mix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3492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Entropy regularisation sharpens assignments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7150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Saved as relation_matrix (learned) in 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</a:rPr>
              <a:t>Upgrade ③  —  Physics-Monotonic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Two new loss components enforce physically realistic pile degradation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17320"/>
            <a:ext cx="5486400" cy="51663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PHYSICAL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AAAA"/>
                </a:solidFill>
              </a:rPr>
              <a:t>Pile stiffness under cyclic loading must satisfy: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331720"/>
            <a:ext cx="5166360" cy="530352"/>
          </a:xfrm>
          <a:prstGeom prst="roundRect">
            <a:avLst>
              <a:gd name="adj" fmla="val 5000"/>
            </a:avLst>
          </a:prstGeom>
          <a:solidFill>
            <a:srgbClr val="0A1A2E"/>
          </a:solidFill>
          <a:ln w="1270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KL  (lateral stiffness)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774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757"/>
                </a:solidFill>
              </a:rPr>
              <a:t>↓ decreases (pile softens)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953512"/>
            <a:ext cx="5166360" cy="530352"/>
          </a:xfrm>
          <a:prstGeom prst="roundRect">
            <a:avLst>
              <a:gd name="adj" fmla="val 5000"/>
            </a:avLst>
          </a:prstGeom>
          <a:solidFill>
            <a:srgbClr val="0A1A2E"/>
          </a:solidFill>
          <a:ln w="1270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992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KR  (rotational stiffness)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9923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757"/>
                </a:solidFill>
              </a:rPr>
              <a:t>↓ decreases (pile softens)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575304"/>
            <a:ext cx="5166360" cy="530352"/>
          </a:xfrm>
          <a:prstGeom prst="roundRect">
            <a:avLst>
              <a:gd name="adj" fmla="val 5000"/>
            </a:avLst>
          </a:prstGeom>
          <a:solidFill>
            <a:srgbClr val="0A1A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210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KLR (coupling term)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62102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</a:rPr>
              <a:t>↑ increases (coupling grows)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279392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AA55"/>
                </a:solidFill>
              </a:rPr>
              <a:t>M7 had no explicit enforcement of these constraints →
predictions could violate physical laws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</a:rPr>
              <a:t>M7 LOSS  vs  M8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349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M7:  L = L_distill + L_seq + 5·L_initial + L_shape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7607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M8:  L = L_distill + L_seq + 5·L_initial + L_shape
       + 0.02·L_rel_entropy  + 0.2·L_mono_physics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417320"/>
            <a:ext cx="6035040" cy="51663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M8 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1828800"/>
            <a:ext cx="5669280" cy="4389120"/>
          </a:xfrm>
          <a:prstGeom prst="roundRect">
            <a:avLst>
              <a:gd name="adj" fmla="val 5000"/>
            </a:avLst>
          </a:prstGeom>
          <a:solidFill>
            <a:srgbClr val="08121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9202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7EE8FA"/>
                </a:solidFill>
                <a:latin typeface="Courier New"/>
              </a:rPr>
              <a:t># Physics-monotonic penalty
diff_kl_kr = psi_out[:,1:,:2] - psi_out[:,:-1,:2]
diff_klr   = psi_out[:,1:,2:] - psi_out[:,:-1,2:]
# Penalise violations:
loss_mono = (
  torch.relu(diff_kl_kr).mean()   # KL,KR must NOT increase
+ torch.relu(-diff_klr).mean()    # KLR must NOT decrease
)
# Relation-entropy regularisation
R = psi_model.get_relation_matrix()
loss_rel_ent = -(R * torch.log(R+1e-8)).sum(1).mean()
# → encourages sharp prototype assignments
loss = (...base losses...
        + 0.02 * loss_rel_ent
        + 0.20 * loss_mono)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</a:rPr>
              <a:t>Loss Function: M7  vs  M8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M8 = M7 base losses + two new physics-informed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63040"/>
            <a:ext cx="2697480" cy="521207"/>
          </a:xfrm>
          <a:prstGeom prst="rect">
            <a:avLst/>
          </a:prstGeom>
          <a:solidFill>
            <a:srgbClr val="00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Loss 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463040"/>
            <a:ext cx="4983480" cy="521207"/>
          </a:xfrm>
          <a:prstGeom prst="rect">
            <a:avLst/>
          </a:prstGeom>
          <a:solidFill>
            <a:srgbClr val="00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1325880" cy="521207"/>
          </a:xfrm>
          <a:prstGeom prst="rect">
            <a:avLst/>
          </a:prstGeom>
          <a:solidFill>
            <a:srgbClr val="00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5544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M7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38360" y="1463040"/>
            <a:ext cx="1600200" cy="521207"/>
          </a:xfrm>
          <a:prstGeom prst="rect">
            <a:avLst/>
          </a:prstGeom>
          <a:solidFill>
            <a:srgbClr val="00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11512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M8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029968"/>
            <a:ext cx="269748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21214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L_distill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029968"/>
            <a:ext cx="498348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21214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MSE vs M6 teacher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29968"/>
            <a:ext cx="132588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121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2029968"/>
            <a:ext cx="160020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2" y="21214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596896"/>
            <a:ext cx="269748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26883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L_seq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2596896"/>
            <a:ext cx="498348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6392" y="26883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SmoothL1 vs target curves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596896"/>
            <a:ext cx="132588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6883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2596896"/>
            <a:ext cx="160020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2" y="26883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163824"/>
            <a:ext cx="269748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32552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5·L_initial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3163824"/>
            <a:ext cx="498348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36392" y="325526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MSE on first step (×5 weight)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163824"/>
            <a:ext cx="132588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32552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3163824"/>
            <a:ext cx="160020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11512" y="325526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730752"/>
            <a:ext cx="269748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8221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L_shape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730752"/>
            <a:ext cx="498348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36392" y="382219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SmoothL1 on consecutive Δ curves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730752"/>
            <a:ext cx="132588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2752" y="3822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8360" y="3730752"/>
            <a:ext cx="160020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512" y="382219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297680"/>
            <a:ext cx="269748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2FF"/>
                </a:solidFill>
              </a:rPr>
              <a:t>0.02·L_rel_ent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63240" y="4297680"/>
            <a:ext cx="498348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36392" y="4389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2FF"/>
                </a:solidFill>
              </a:rPr>
              <a:t>Entropy of R → sharp assignments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297680"/>
            <a:ext cx="132588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4389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AAAA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38360" y="4297680"/>
            <a:ext cx="1600200" cy="521207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11512" y="4389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 NEW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4864608"/>
            <a:ext cx="269748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6032" y="4956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2FF"/>
                </a:solidFill>
              </a:rPr>
              <a:t>0.2·L_physics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4864608"/>
            <a:ext cx="498348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49560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2FF"/>
                </a:solidFill>
              </a:rPr>
              <a:t>Monotonic penalty KL↓ KR↓ KLR↑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4864608"/>
            <a:ext cx="132588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49560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AAAA"/>
                </a:solidFill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38360" y="4864608"/>
            <a:ext cx="1600200" cy="521207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11512" y="49560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 NEW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94360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AAAA"/>
                </a:solidFill>
              </a:rPr>
              <a:t>All 6 components are computed on full 21-step curves — the model targets curve shape, not individual slot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</a:rPr>
              <a:t>Parameter Efficiency: M7  vs  M8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M8 achieves 19.7% compression vs the M6 teacher while M7 only achieved 1.5%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2560320" cy="12344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490472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M6 Teacher
(Reference)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746504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AA"/>
                </a:solidFill>
              </a:rPr>
              <a:t>56,646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417320"/>
            <a:ext cx="2560320" cy="12344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1490472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Ψ-Model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746504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55,770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417320"/>
            <a:ext cx="2560320" cy="12344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490472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Ψ-Model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1746504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2FF"/>
                </a:solidFill>
              </a:rPr>
              <a:t>45,486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417320"/>
            <a:ext cx="2560320" cy="12344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1490472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Compression
M7 vs M6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1746504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1.5 %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43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AAAA"/>
                </a:solidFill>
              </a:rPr>
              <a:t>PARAMETER COUNT — BAR CHART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455407"/>
            <a:ext cx="1371600" cy="276251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10793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AAAA"/>
                </a:solidFill>
              </a:rPr>
              <a:t>56,646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263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M6 Teacher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455407"/>
            <a:ext cx="1371600" cy="276251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310793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56,646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79" y="6263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Student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3498128"/>
            <a:ext cx="1371600" cy="2719791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1506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55,770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6263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Ψ-Model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958693"/>
            <a:ext cx="1371600" cy="225922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61122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2FF"/>
                </a:solidFill>
              </a:rPr>
              <a:t>46,326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263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Student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3999658"/>
            <a:ext cx="1371600" cy="2218261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65218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</a:rPr>
              <a:t>45,486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6263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Ψ-Model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F88"/>
                </a:solidFill>
              </a:rPr>
              <a:t>−19.7 %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compression vs M6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A500"/>
                </a:solidFill>
              </a:rPr>
              <a:t>vs only −1.5% in M7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</a:rPr>
              <a:t>Performance Comparison: M7  vs  M8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M8 maintains strong accuracy (~R²=0.988) with significantly fewer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</a:rPr>
              <a:t>OVERALL METRICS (TEST SET — Ψ-Model only)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37360"/>
            <a:ext cx="1874519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81051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M6 Teacher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066543"/>
            <a:ext cx="1728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AA"/>
                </a:solidFill>
              </a:rPr>
              <a:t>0.9804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1737360"/>
            <a:ext cx="1874519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81051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Ψ-Model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066543"/>
            <a:ext cx="1728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0.9897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51376" y="1737360"/>
            <a:ext cx="1874519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81051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Ψ-Model 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066543"/>
            <a:ext cx="1728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2FF"/>
                </a:solidFill>
              </a:rPr>
              <a:t>0.9882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737360"/>
            <a:ext cx="1874519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81051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RMSE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066543"/>
            <a:ext cx="1728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21.60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737360"/>
            <a:ext cx="1874519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4" y="181051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RMSE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4" y="2066543"/>
            <a:ext cx="1728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2FF"/>
                </a:solidFill>
              </a:rPr>
              <a:t>23.06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737360"/>
            <a:ext cx="1874519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181051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Curve MAPE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2066543"/>
            <a:ext cx="1728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88"/>
                </a:solidFill>
              </a:rPr>
              <a:t>2.48 %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</a:rPr>
              <a:t>PER-VARIABLE PERFORMANCE — Ψ-MODEL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46120"/>
            <a:ext cx="3429000" cy="484631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337560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Variable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3246120"/>
            <a:ext cx="1691639" cy="484631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9352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M7 R²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3246120"/>
            <a:ext cx="1691639" cy="484631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M8 R²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3246120"/>
            <a:ext cx="1691639" cy="484631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M7 RMSE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3246120"/>
            <a:ext cx="1691639" cy="484631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45752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M8 RMSE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76472"/>
            <a:ext cx="3429000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3867911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KL  (lateral stiffness)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3776472"/>
            <a:ext cx="1691639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9352" y="386791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A500"/>
                </a:solidFill>
              </a:rPr>
              <a:t>0.9910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3776472"/>
            <a:ext cx="1691639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88152" y="386791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2FF"/>
                </a:solidFill>
              </a:rPr>
              <a:t>0.9888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3776472"/>
            <a:ext cx="1691639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16952" y="386791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A500"/>
                </a:solidFill>
              </a:rPr>
              <a:t>61.1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3776472"/>
            <a:ext cx="1691639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45752" y="386791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2FF"/>
                </a:solidFill>
              </a:rPr>
              <a:t>68.1 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306824"/>
            <a:ext cx="3429000" cy="484631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398264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KR  (rotational stiffness)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4306824"/>
            <a:ext cx="1691639" cy="484631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59352" y="43982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A500"/>
                </a:solidFill>
              </a:rPr>
              <a:t>0.9807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4306824"/>
            <a:ext cx="1691639" cy="484631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88152" y="43982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2FF"/>
                </a:solidFill>
              </a:rPr>
              <a:t>0.9780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43800" y="4306824"/>
            <a:ext cx="1691639" cy="484631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16952" y="43982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A500"/>
                </a:solidFill>
              </a:rPr>
              <a:t>37.4 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4306824"/>
            <a:ext cx="1691639" cy="484631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45752" y="43982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2FF"/>
                </a:solidFill>
              </a:rPr>
              <a:t>39.9 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837175"/>
            <a:ext cx="3429000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4928615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KLR (coupling)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86200" y="4837175"/>
            <a:ext cx="1691639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59352" y="4928615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A500"/>
                </a:solidFill>
              </a:rPr>
              <a:t>0.9860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15000" y="4837175"/>
            <a:ext cx="1691639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88152" y="4928615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2FF"/>
                </a:solidFill>
              </a:rPr>
              <a:t>0.9845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43800" y="4837175"/>
            <a:ext cx="1691639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16952" y="4928615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A500"/>
                </a:solidFill>
              </a:rPr>
              <a:t>1.29 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600" y="4837175"/>
            <a:ext cx="1691639" cy="484631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45752" y="4928615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2FF"/>
                </a:solidFill>
              </a:rPr>
              <a:t>1.36 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</a:rPr>
              <a:t>STRUCTURE DISCOVERY (STAGE B)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349240"/>
            <a:ext cx="2697480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7472" y="5422392"/>
            <a:ext cx="2551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k*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7472" y="5678424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6 prototypes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08960" y="5349240"/>
            <a:ext cx="2697480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82112" y="5422392"/>
            <a:ext cx="2551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M7 Silhouette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2112" y="5678424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0.7146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43600" y="5349240"/>
            <a:ext cx="2697480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16752" y="5422392"/>
            <a:ext cx="2551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k*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16752" y="5678424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2FF"/>
                </a:solidFill>
              </a:rPr>
              <a:t>5 prototypes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78240" y="5349240"/>
            <a:ext cx="2697480" cy="1005840"/>
          </a:xfrm>
          <a:prstGeom prst="roundRect">
            <a:avLst>
              <a:gd name="adj" fmla="val 5000"/>
            </a:avLst>
          </a:prstGeom>
          <a:solidFill>
            <a:srgbClr val="1327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51392" y="5422392"/>
            <a:ext cx="2551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M8 Silhouette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51392" y="5678424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2FF"/>
                </a:solidFill>
              </a:rPr>
              <a:t>0.6490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</a:rPr>
              <a:t>Note: slight accuracy trade-off (-0.0015 R²) is the cost of 19.7% compression + physics guarantee.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</a:rPr>
              <a:t>Summary: M7  →  M8 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Three targeted upgrades deliver compression, adaptability, and physical correctness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17320"/>
            <a:ext cx="7040880" cy="51663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WHAT CHANGED FROM M7 TO M8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3063240" cy="41148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865376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28800"/>
            <a:ext cx="1783080" cy="41148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65376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2FF"/>
                </a:solidFill>
              </a:rPr>
              <a:t>M7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828800"/>
            <a:ext cx="1783080" cy="41148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2" y="1865376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2FF"/>
                </a:solidFill>
              </a:rPr>
              <a:t>M8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76856"/>
            <a:ext cx="306324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313432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Slot MLP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276856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2313432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A500"/>
                </a:solidFill>
              </a:rPr>
              <a:t>64→128→64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2276856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3832" y="2313432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64→48→64 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24912"/>
            <a:ext cx="306324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761488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Relation Matrix 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24912"/>
            <a:ext cx="178308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3592" y="2761488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A500"/>
                </a:solidFill>
              </a:rPr>
              <a:t>Fixed buffer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2724912"/>
            <a:ext cx="178308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3832" y="2761488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FF88"/>
                </a:solidFill>
              </a:rPr>
              <a:t>Learnable logits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72968"/>
            <a:ext cx="306324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209544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Physics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172968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3209544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A500"/>
                </a:solidFill>
              </a:rPr>
              <a:t>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3172968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13832" y="3209544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0.2 × L_mono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21024"/>
            <a:ext cx="306324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657600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Entropy loss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621024"/>
            <a:ext cx="178308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3592" y="3657600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A500"/>
                </a:solidFill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3621024"/>
            <a:ext cx="178308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13832" y="3657600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0.02 × L_rel_ent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069080"/>
            <a:ext cx="306324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105656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Student params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069080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93592" y="4105656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A500"/>
                </a:solidFill>
              </a:rPr>
              <a:t>56,646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4069080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3832" y="4105656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46,326  (−18.1%)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517136"/>
            <a:ext cx="306324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4553712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Ψ-Model params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517136"/>
            <a:ext cx="178308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93592" y="4553712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A500"/>
                </a:solidFill>
              </a:rPr>
              <a:t>55,770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0680" y="4517136"/>
            <a:ext cx="178308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3832" y="4553712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45,486  (−18.4%)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965192"/>
            <a:ext cx="306324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5001768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Compression vs M6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4965192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93592" y="5001768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A500"/>
                </a:solidFill>
              </a:rPr>
              <a:t>1.5 %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4965192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13832" y="5001768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FF88"/>
                </a:solidFill>
              </a:rPr>
              <a:t>19.7 %  ✓✓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413248"/>
            <a:ext cx="306324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5449824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k* prototypes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40" y="5413248"/>
            <a:ext cx="178308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93592" y="5449824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A500"/>
                </a:solidFill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0680" y="5413248"/>
            <a:ext cx="1783080" cy="4114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13832" y="5449824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861304"/>
            <a:ext cx="306324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3192" y="5897880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Ψ-Model R² (test)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20440" y="5861304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93592" y="5897880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A500"/>
                </a:solidFill>
              </a:rPr>
              <a:t>0.9897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40680" y="5861304"/>
            <a:ext cx="1783080" cy="41148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13832" y="5897880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0.9882  (~same)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79" y="1417320"/>
            <a:ext cx="4480560" cy="516636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3524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CONCLUSIONS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35240" y="1874519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0A1E32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0" y="192938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M8 is a leaner, physics-aware
version of M7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35240" y="2624327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0A1E32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0" y="2679191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19.7% fewer parameters
versus M6 teacher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635240" y="3374135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0A1E32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0" y="3428999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Accuracy trade-off minimal:
ΔR² = −0.0015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635240" y="4123944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0A1E32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0" y="4178807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Learnable R enables better
prototype assignment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35240" y="4873752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0A1E32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0" y="492861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Physics loss guarantees
monotonic degradation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635240" y="5623559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0A1E32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0" y="5678423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Curve MAPE = 2.48% confirms
full-curve accuracy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M8 achieves the best balance between model size, accuracy, and physical interpretability in the Ψ-NN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